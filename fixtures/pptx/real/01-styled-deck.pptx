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the cover slide. Mention the goal of the review and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speaker notes. Keep it tight; aim for under 30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0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officeAI · real-world fixture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example.com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172A"/>
                </a:solidFill>
              </a:rPr>
              <a:t>Quarterly Review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</a:rPr>
              <a:t>FY2026 · prepared by officeAI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515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Highlights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Product status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Roadmap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Q &amp; A</a:t>
            </a:r>
            <a:endParaRPr lang="en-US" sz="2200" dirty="0"/>
          </a:p>
        </p:txBody>
      </p:sp>
      <p:sp>
        <p:nvSpPr>
          <p:cNvPr id="4" name="Text 2">
            <a:hlinkClick r:id="rId1" tooltip=""/>
          </p:cNvPr>
          <p:cNvSpPr/>
          <p:nvPr/>
        </p:nvSpPr>
        <p:spPr>
          <a:xfrm>
            <a:off x="640080" y="5669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2563EB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More on the website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0"/>
            <a:ext cx="11430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172A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411480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01-styled-deck</dc:title>
  <dc:subject>PptxGenJS Presentation</dc:subject>
  <dc:creator>officeAI</dc:creator>
  <cp:lastModifiedBy>officeAI</cp:lastModifiedBy>
  <cp:revision>1</cp:revision>
  <dcterms:created xsi:type="dcterms:W3CDTF">2026-04-19T00:00:00Z</dcterms:created>
  <dcterms:modified xsi:type="dcterms:W3CDTF">2026-04-19T00:00:00Z</dcterms:modified>
</cp:coreProperties>
</file>