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Mixed media canvas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2743200" cy="2743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0" y="1280160"/>
            <a:ext cx="3657600" cy="2743200"/>
          </a:xfrm>
          <a:prstGeom prst="roundRect">
            <a:avLst/>
          </a:prstGeom>
          <a:solidFill>
            <a:srgbClr val="1ABC9C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0" y="12801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Callout</a:t>
            </a:r>
            <a:endParaRPr lang="en-US" sz="2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280160"/>
          <a:ext cx="4023360" cy="27432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Value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Conversions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1,238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Revenue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$48k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Churn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1.4%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</a:rPr>
              <a:t>Real third-party emitter output (pptxgenjs). Exercises image rels, opaque table graphicFrame, multiple shape kinds, and a slide master.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officeAI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02-mixed-media</dc:title>
  <dc:subject>PptxGenJS Presentation</dc:subject>
  <dc:creator>officeAI</dc:creator>
  <cp:lastModifiedBy>officeAI</cp:lastModifiedBy>
  <cp:revision>1</cp:revision>
  <dcterms:created xsi:type="dcterms:W3CDTF">2026-04-19T00:00:00Z</dcterms:created>
  <dcterms:modified xsi:type="dcterms:W3CDTF">2026-04-19T00:00:00Z</dcterms:modified>
</cp:coreProperties>
</file>