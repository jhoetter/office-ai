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1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1.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1.3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2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2.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2.3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3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3.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3.1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3.2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3.3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4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4.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4.1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4.2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4.3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5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5.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5.1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5.2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5.3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6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6.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6.1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6.2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6.3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7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7.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7.1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7.2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7.3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8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8.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8.1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8.2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8.3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9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9.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9.1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9.2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9.3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10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10.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10.1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10.2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10.3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11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11.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11.1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11.2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11.3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12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12.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12.1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12.2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12.3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13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13.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13.1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13.2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13.3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14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14.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14.1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14.2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14.3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15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15.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15.1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15.2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15.3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16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16.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16.1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16.2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16.3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17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17.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17.1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17.2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17.3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18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18.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18.1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18.2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18.3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19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19.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19.1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19.2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19.3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20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20.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20.1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20.2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20.3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21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21.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21.1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21.2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21.3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22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22.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22.1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22.2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22.3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23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23.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23.1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23.2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23.3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24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24.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24.1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24.2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24.3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Slide 25 · Section heading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for slide 25. Lorem ipsum dolor sit amet, consectetur adipiscing elit. Phasellus sit amet quam laoreet, vehicula odio in, viverra elit.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25.1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25.2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25.3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officeAI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03-large-real-deck</dc:title>
  <dc:subject>PptxGenJS Presentation</dc:subject>
  <dc:creator>officeAI</dc:creator>
  <cp:lastModifiedBy>officeAI</cp:lastModifiedBy>
  <cp:revision>1</cp:revision>
  <dcterms:created xsi:type="dcterms:W3CDTF">2026-04-19T00:00:00Z</dcterms:created>
  <dcterms:modified xsi:type="dcterms:W3CDTF">2026-04-19T00:00:00Z</dcterms:modified>
</cp:coreProperties>
</file>