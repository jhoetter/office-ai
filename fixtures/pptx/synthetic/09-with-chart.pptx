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Revenue vs Expenses (k$)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145</c:v>
                </c:pt>
                <c:pt idx="2">
                  <c:v>162</c:v>
                </c:pt>
                <c:pt idx="3">
                  <c:v>210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rgbClr val="4F81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95</c:v>
                </c:pt>
                <c:pt idx="2">
                  <c:v>110</c:v>
                </c:pt>
                <c:pt idx="3">
                  <c:v>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Quarterly performance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109728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officeAI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09-with-chart</dc:title>
  <dc:subject>PptxGenJS Presentation</dc:subject>
  <dc:creator>officeAI</dc:creator>
  <cp:lastModifiedBy>officeAI</cp:lastModifiedBy>
  <cp:revision>1</cp:revision>
  <dcterms:created xsi:type="dcterms:W3CDTF">2026-04-01T00:00:00Z</dcterms:created>
  <dcterms:modified xsi:type="dcterms:W3CDTF">2026-04-01T00:00:00Z</dcterms:modified>
</cp:coreProperties>
</file>