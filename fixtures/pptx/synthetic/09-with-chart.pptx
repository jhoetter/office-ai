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800" b="0" i="0" u="none" strike="noStrike">
                <a:solidFill>
                  <a:srgbClr val="000000"/>
                </a:solidFill>
                <a:latin typeface="Arial"/>
              </a:defRPr>
            </a:pPr>
            <a:r>
              <a:rPr sz="1800" b="0" i="0" u="none" strike="noStrike">
                <a:solidFill>
                  <a:srgbClr val="000000"/>
                </a:solidFill>
                <a:latin typeface="Arial"/>
              </a:rPr>
              <a:t>Revenue vs Expenses (k$)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C050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Q1</c:v>
                  </c:pt>
                  <c:pt idx="1">
                    <c:v>Q2</c:v>
                  </c:pt>
                  <c:pt idx="2">
                    <c:v>Q3</c:v>
                  </c:pt>
                  <c:pt idx="3">
                    <c:v>Q4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120</c:v>
                </c:pt>
                <c:pt idx="1">
                  <c:v>145</c:v>
                </c:pt>
                <c:pt idx="2">
                  <c:v>162</c:v>
                </c:pt>
                <c:pt idx="3">
                  <c:v>210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Expenses</c:v>
                </c:pt>
              </c:strCache>
            </c:strRef>
          </c:tx>
          <c:spPr>
            <a:solidFill>
              <a:srgbClr val="4F81B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Q1</c:v>
                  </c:pt>
                  <c:pt idx="1">
                    <c:v>Q2</c:v>
                  </c:pt>
                  <c:pt idx="2">
                    <c:v>Q3</c:v>
                  </c:pt>
                  <c:pt idx="3">
                    <c:v>Q4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80</c:v>
                </c:pt>
                <c:pt idx="1">
                  <c:v>95</c:v>
                </c:pt>
                <c:pt idx="2">
                  <c:v>110</c:v>
                </c:pt>
                <c:pt idx="3">
                  <c:v>130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F2937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F2937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11827"/>
                </a:solidFill>
              </a:rPr>
              <a:t>Quarterly performance</a:t>
            </a:r>
            <a:endParaRPr lang="en-US" sz="28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457200" y="1371600"/>
          <a:ext cx="1097280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officeAI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09-with-chart</dc:title>
  <dc:subject>PptxGenJS Presentation</dc:subject>
  <dc:creator>officeAI</dc:creator>
  <cp:lastModifiedBy>officeAI</cp:lastModifiedBy>
  <cp:revision>1</cp:revision>
  <dcterms:created xsi:type="dcterms:W3CDTF">2026-04-01T00:00:00Z</dcterms:created>
  <dcterms:modified xsi:type="dcterms:W3CDTF">2026-04-01T00:00:00Z</dcterms:modified>
</cp:coreProperties>
</file>