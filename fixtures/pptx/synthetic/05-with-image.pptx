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Picture below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371600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029200" y="182880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74151"/>
                </a:solidFill>
              </a:rPr>
              <a:t>This deck embeds one PNG to exercise media + relationships.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05-with-image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