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11827"/>
                </a:solidFill>
              </a:rPr>
              <a:t>Welcome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11827"/>
                </a:solidFill>
              </a:rPr>
              <a:t>Problem statement</a:t>
            </a:r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11827"/>
                </a:solidFill>
              </a:rPr>
              <a:t>Approach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11827"/>
                </a:solidFill>
              </a:rPr>
              <a:t>Architecture</a:t>
            </a:r>
            <a:endParaRPr lang="en-US" sz="4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11827"/>
                </a:solidFill>
              </a:rPr>
              <a:t>Demo</a:t>
            </a:r>
            <a:endParaRPr lang="en-US" sz="4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11827"/>
                </a:solidFill>
              </a:rPr>
              <a:t>Results</a:t>
            </a:r>
            <a:endParaRPr lang="en-US" sz="4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11827"/>
                </a:solidFill>
              </a:rPr>
              <a:t>Next steps</a:t>
            </a:r>
            <a:endParaRPr lang="en-US" sz="4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11827"/>
                </a:solidFill>
              </a:rPr>
              <a:t>Q &amp; A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officeAI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07-multi-slide</dc:title>
  <dc:subject>PptxGenJS Presentation</dc:subject>
  <dc:creator>officeAI</dc:creator>
  <cp:lastModifiedBy>officeAI</cp:lastModifiedBy>
  <cp:revision>1</cp:revision>
  <dcterms:created xsi:type="dcterms:W3CDTF">2026-04-01T00:00:00Z</dcterms:created>
  <dcterms:modified xsi:type="dcterms:W3CDTF">2026-04-01T00:00:00Z</dcterms:modified>
</cp:coreProperties>
</file>