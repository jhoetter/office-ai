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Quarterly results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</a:rPr>
                        <a:t>Quarter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</a:rPr>
                        <a:t>Revenue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</a:rPr>
                        <a:t>Growth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Q1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$120k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+12%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Q2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$145k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+21%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Q3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$162k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+12%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Q4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$210k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</a:rPr>
                        <a:t>+30%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06-with-table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