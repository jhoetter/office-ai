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</a:rPr>
              <a:t>Animated title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Body line that should appear after the title.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" presetClass="entr" presetSubtype="0" fill="hold" nodeType="clickEffect"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presetID="2" presetClass="entr" presetSubtype="4" fill="hold" nodeType="afterEffect" dur="500">
                      <p:childTnLst>
                        <p:set>
                          <p:cBhvr>
                            <p:cTn id="6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10-with-anim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