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Multi-shape canvas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743200" cy="1828800"/>
          </a:xfrm>
          <a:prstGeom prst="rect">
            <a:avLst/>
          </a:prstGeom>
          <a:solidFill>
            <a:srgbClr val="9B59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18288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2743200" cy="1828800"/>
          </a:xfrm>
          <a:prstGeom prst="roundRect">
            <a:avLst/>
          </a:prstGeom>
          <a:solidFill>
            <a:srgbClr val="1ABC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457200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Boxed text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0" y="3657600"/>
            <a:ext cx="4572000" cy="9144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74151"/>
                </a:solidFill>
              </a:rPr>
              <a:t>Another box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04-multi-shape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