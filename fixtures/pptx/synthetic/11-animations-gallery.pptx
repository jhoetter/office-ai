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11827"/>
                </a:solidFill>
              </a:rPr>
              <a:t>Animation gallery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2937"/>
                </a:solidFill>
              </a:rPr>
              <a:t>Hover targets for emphasis + exit + motion paths.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2" presetClass="entr" presetSubtype="4" fill="hold" nodeType="clickEffect" dur="500">
                      <p:childTnLst>
                        <p:set>
                          <p:cBhvr>
                            <p:cTn id="4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" presetID="8" presetClass="emph" presetSubtype="0" fill="hold" nodeType="withEffect" dur="1500">
                      <p:childTnLst>
                        <p:animRot by="21600000">
                          <p:cBhvr>
                            <p:cTn id="6" dur="1500" fill="hold"/>
                            <p:tgtEl>
                              <p:spTgt spid="2"/>
                            </p:tgtEl>
                          </p:cBhvr>
                        </p:animRot>
                      </p:childTnLst>
                    </p:cTn>
                  </p:par>
                  <p:par>
                    <p:cTn id="7" presetID="10" presetClass="exit" presetSubtype="0" fill="hold" nodeType="afterEffect" dur="500">
                      <p:childTnLst>
                        <p:set>
                          <p:cBhvr>
                            <p:cTn id="8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9" presetID="10" presetClass="entr" presetSubtype="8" fill="hold" nodeType="clickEffect" dur="500" delay="500">
                      <p:childTnLst>
                        <p:set>
                          <p:cBhvr>
                            <p:cTn id="10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11" presetID="2" presetClass="path" presetSubtype="0" fill="hold" nodeType="withEffect" dur="2000">
                      <p:childTnLst>
                        <p:animMotion origin="layout" path="M 0 0 C 0 -0.15 0.15 -0.25 0.3 -0.25 E" pathEditMode="relative">
                          <p:cBhvr>
                            <p:cTn id="12" dur="2000" fill="hold"/>
                            <p:tgtEl>
                              <p:spTgt spid="3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officeAI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11-animations-gallery</dc:title>
  <dc:subject>PptxGenJS Presentation</dc:subject>
  <dc:creator>officeAI</dc:creator>
  <cp:lastModifiedBy>officeAI</cp:lastModifiedBy>
  <cp:revision>1</cp:revision>
  <dcterms:created xsi:type="dcterms:W3CDTF">2026-04-01T00:00:00Z</dcterms:created>
  <dcterms:modified xsi:type="dcterms:W3CDTF">2026-04-01T00:00:00Z</dcterms:modified>
</cp:coreProperties>
</file>